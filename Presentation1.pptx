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5170-AAE5-3BDB-9933-0AF0FB376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320BB-EC5E-9656-993B-9F012560B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23A11-3DC2-563D-3779-339FB2FD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1C747-D990-4858-EBF5-A8EFCCC6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3A45D-CCA9-6933-B813-7ECA6680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9577-8DE3-315E-6770-EE0C04F0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35FC3-5F02-47F7-57F8-5ECEC52BB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A8EE8-5663-DA6F-1A27-8019E272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8ED1-1D5F-AD5D-9F40-2D946178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E8E09-759C-EC0F-0670-022C9312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1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ED34-9675-235F-D756-4AC62854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66653-E6FF-72FD-68D9-D38E6CB10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FF901-730C-981C-2AB2-83E3EC04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3ACA-04DB-8F33-FC55-CD700760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8269D-320A-2BA5-98B5-3EB5289E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EEC0-DCA6-4103-0194-12262D2F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CE3E0-943E-8797-CADF-ABEFB6FAD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D28F4-8A26-FE12-0A33-25A4FAC73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7961-8683-D232-0CF8-D27DE0E44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1ACEF-D43D-3D4E-0267-2165A06D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618F6-A2ED-DC0D-EB53-B1819773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3B2E-C728-894B-9F5F-38F0112F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5E7C-8129-C6BE-3DA6-918C312B7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49901-4995-2EAF-FC82-07382F440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FB97A-DD09-0002-2A83-DBD3E3E16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B5FCC-6F49-C9A4-D1DF-136BE488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D92E6-143A-A766-D525-39295AE0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D01B0-2243-C4C0-3056-65DC6E59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CB982-CF67-010E-6637-A41EA387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3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3111-B5D2-94D7-841C-A6E6E15B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3AD59-3C39-2CA3-1BBA-20E5A6EE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68391-4A5C-6685-51BA-4C122865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482B3-E0AB-2E51-D776-5C3978D4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4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0BB23-300D-5279-6B11-12783F11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CCE80-28B0-97D5-B158-585DC3FE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57827-A7E3-8594-B4AA-318341DB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4D58-2311-D1DF-5465-91D3C4D0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D6A66-0F63-9CAC-1B88-79BA4F706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5CA2F-30D9-C559-E14D-DE0FD5EF1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71797-FD89-DA7E-4019-170B8E6D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C0076-022A-EE03-5FEB-6A3F6D40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DCA37-ECCA-5131-B9C0-139088E6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9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43E8-29B0-3DBF-7D50-9EA35606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45DA8-7FA2-CDE1-C5E0-1639F0257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C5EA5-B881-0056-4394-FD93F341B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FA47D-1AE4-4AFB-8458-A6914D7B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40010-318F-963A-1FA7-FF16D769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1572C-A99D-00FF-75BA-F13DDB30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7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4A47-4579-E7D1-28E4-306558F0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B59C8-00E2-2A00-4660-1A4A93D09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DA27C-2766-AD37-A268-1C3FA0BB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E1DD-8610-185C-BD5C-EE1102EB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0A99-2439-ECD7-C6F4-69E07A96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0D41D-9383-A2BD-0484-9892A8730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299DF-D470-4D51-D57F-0F9A6738D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70F8-7611-77EC-69C4-379583A2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FF929-3B6D-4F15-BDB7-A7138239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9515-E98A-ABAF-EE70-A7E9DD47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6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DE15B-3FFC-2EAE-7E5D-4E96FFEA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9FB36-C9E5-F52B-20A2-A1A76BDB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076D3-0F11-06D4-0230-84E9B51DD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3E0A9-20DB-41BF-B5E6-75163E3998A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3D62C-2168-D501-A404-56894F4B4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E8E96-3080-1895-D161-00C661653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897E0-8C27-4952-97A1-66FABC472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8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697C595-36EC-2FF6-1FA0-0518496EBC18}"/>
              </a:ext>
            </a:extLst>
          </p:cNvPr>
          <p:cNvSpPr/>
          <p:nvPr/>
        </p:nvSpPr>
        <p:spPr>
          <a:xfrm>
            <a:off x="2183605" y="307975"/>
            <a:ext cx="8396289" cy="45791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193EE3-B7FD-7A29-10D3-33F3D3C65FDD}"/>
              </a:ext>
            </a:extLst>
          </p:cNvPr>
          <p:cNvSpPr/>
          <p:nvPr/>
        </p:nvSpPr>
        <p:spPr>
          <a:xfrm>
            <a:off x="2245520" y="1198165"/>
            <a:ext cx="2624137" cy="4595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name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98D6E11-1DC5-6B61-AFCE-268B3BF44E43}"/>
              </a:ext>
            </a:extLst>
          </p:cNvPr>
          <p:cNvSpPr/>
          <p:nvPr/>
        </p:nvSpPr>
        <p:spPr>
          <a:xfrm>
            <a:off x="4279109" y="1152921"/>
            <a:ext cx="2857498" cy="69096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username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3EF7A0E-17B4-4111-E591-A3B310DA4F2A}"/>
              </a:ext>
            </a:extLst>
          </p:cNvPr>
          <p:cNvSpPr/>
          <p:nvPr/>
        </p:nvSpPr>
        <p:spPr>
          <a:xfrm>
            <a:off x="8512968" y="1322388"/>
            <a:ext cx="2624137" cy="4595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Borrow return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526CC1D-31F0-EBC2-1A91-7F984110E60D}"/>
              </a:ext>
            </a:extLst>
          </p:cNvPr>
          <p:cNvSpPr/>
          <p:nvPr/>
        </p:nvSpPr>
        <p:spPr>
          <a:xfrm>
            <a:off x="6500812" y="1392635"/>
            <a:ext cx="2624137" cy="4595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Borrow date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C2C1F3F-D7EA-211F-3D8E-BE4C3E3EBA2B}"/>
              </a:ext>
            </a:extLst>
          </p:cNvPr>
          <p:cNvSpPr/>
          <p:nvPr/>
        </p:nvSpPr>
        <p:spPr>
          <a:xfrm>
            <a:off x="2378869" y="1852216"/>
            <a:ext cx="2002632" cy="28269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5A097D-E711-D821-A67F-2DC94380EA9F}"/>
              </a:ext>
            </a:extLst>
          </p:cNvPr>
          <p:cNvSpPr/>
          <p:nvPr/>
        </p:nvSpPr>
        <p:spPr>
          <a:xfrm>
            <a:off x="4471988" y="2018109"/>
            <a:ext cx="2002632" cy="28269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D0022B7-2612-7E52-AA22-ED3E9DFC6601}"/>
              </a:ext>
            </a:extLst>
          </p:cNvPr>
          <p:cNvSpPr/>
          <p:nvPr/>
        </p:nvSpPr>
        <p:spPr>
          <a:xfrm>
            <a:off x="6803231" y="2147293"/>
            <a:ext cx="2002632" cy="28269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66C0C5-1364-B20E-ABD9-14FE6AE613B1}"/>
              </a:ext>
            </a:extLst>
          </p:cNvPr>
          <p:cNvSpPr/>
          <p:nvPr/>
        </p:nvSpPr>
        <p:spPr>
          <a:xfrm>
            <a:off x="8916591" y="2091334"/>
            <a:ext cx="2002632" cy="28269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D6BFEE-9BB2-9006-6846-6B611D86FFDE}"/>
              </a:ext>
            </a:extLst>
          </p:cNvPr>
          <p:cNvSpPr/>
          <p:nvPr/>
        </p:nvSpPr>
        <p:spPr>
          <a:xfrm>
            <a:off x="2085975" y="321468"/>
            <a:ext cx="8258175" cy="5072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31BA11-9A78-ED10-8870-20EC2FB12B1E}"/>
              </a:ext>
            </a:extLst>
          </p:cNvPr>
          <p:cNvSpPr/>
          <p:nvPr/>
        </p:nvSpPr>
        <p:spPr>
          <a:xfrm>
            <a:off x="2614613" y="871538"/>
            <a:ext cx="3690937" cy="7794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name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3CA29E5-F685-6F8A-CDEE-77DE08974C0E}"/>
              </a:ext>
            </a:extLst>
          </p:cNvPr>
          <p:cNvSpPr/>
          <p:nvPr/>
        </p:nvSpPr>
        <p:spPr>
          <a:xfrm>
            <a:off x="2638425" y="2010570"/>
            <a:ext cx="3690937" cy="779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bookauthor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598DA81-8FD1-14DE-4BEC-9A3519744778}"/>
              </a:ext>
            </a:extLst>
          </p:cNvPr>
          <p:cNvSpPr/>
          <p:nvPr/>
        </p:nvSpPr>
        <p:spPr>
          <a:xfrm>
            <a:off x="2621758" y="3281363"/>
            <a:ext cx="3690937" cy="779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number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510525-0776-0384-3649-37270F1CED6D}"/>
              </a:ext>
            </a:extLst>
          </p:cNvPr>
          <p:cNvSpPr/>
          <p:nvPr/>
        </p:nvSpPr>
        <p:spPr>
          <a:xfrm>
            <a:off x="2566988" y="4379913"/>
            <a:ext cx="3690937" cy="779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of copies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F6815E1-07FE-F77E-CACF-8313A2E1E9A9}"/>
              </a:ext>
            </a:extLst>
          </p:cNvPr>
          <p:cNvSpPr/>
          <p:nvPr/>
        </p:nvSpPr>
        <p:spPr>
          <a:xfrm>
            <a:off x="2443163" y="726677"/>
            <a:ext cx="8053387" cy="3094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 is borrowed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D02CD5-FA14-AC52-02C4-612DEDBFA9D5}"/>
              </a:ext>
            </a:extLst>
          </p:cNvPr>
          <p:cNvSpPr/>
          <p:nvPr/>
        </p:nvSpPr>
        <p:spPr>
          <a:xfrm>
            <a:off x="2614613" y="650081"/>
            <a:ext cx="6986587" cy="4286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4BDF62-CED5-BADD-914A-8318C5C27036}"/>
              </a:ext>
            </a:extLst>
          </p:cNvPr>
          <p:cNvSpPr/>
          <p:nvPr/>
        </p:nvSpPr>
        <p:spPr>
          <a:xfrm>
            <a:off x="4257675" y="2073275"/>
            <a:ext cx="3314700" cy="5270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C81C1E-599A-FCCF-0901-7DAF6E2C6AD7}"/>
              </a:ext>
            </a:extLst>
          </p:cNvPr>
          <p:cNvSpPr/>
          <p:nvPr/>
        </p:nvSpPr>
        <p:spPr>
          <a:xfrm>
            <a:off x="4500563" y="3402014"/>
            <a:ext cx="3348038" cy="6984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EFB44-8F90-A98D-4E6E-C060D81E129E}"/>
              </a:ext>
            </a:extLst>
          </p:cNvPr>
          <p:cNvSpPr/>
          <p:nvPr/>
        </p:nvSpPr>
        <p:spPr>
          <a:xfrm>
            <a:off x="2847975" y="392906"/>
            <a:ext cx="6543675" cy="49006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C6745F-24EB-9D50-A547-3DDE7455FB45}"/>
              </a:ext>
            </a:extLst>
          </p:cNvPr>
          <p:cNvSpPr/>
          <p:nvPr/>
        </p:nvSpPr>
        <p:spPr>
          <a:xfrm>
            <a:off x="4100513" y="1122363"/>
            <a:ext cx="3471862" cy="6032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FA46F7-1915-2654-E937-C46662503533}"/>
              </a:ext>
            </a:extLst>
          </p:cNvPr>
          <p:cNvSpPr/>
          <p:nvPr/>
        </p:nvSpPr>
        <p:spPr>
          <a:xfrm>
            <a:off x="4100513" y="2165350"/>
            <a:ext cx="3529013" cy="892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751B79-AE0B-A46E-23F7-4F96A42ED9E6}"/>
              </a:ext>
            </a:extLst>
          </p:cNvPr>
          <p:cNvSpPr/>
          <p:nvPr/>
        </p:nvSpPr>
        <p:spPr>
          <a:xfrm>
            <a:off x="4100513" y="3679032"/>
            <a:ext cx="3686175" cy="835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D39F1-FE42-8F79-8FD4-795527BB4C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2A13A-6E47-AC77-5A16-0495CF9EC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48E1A-DE20-2F59-4C15-A9AA088E2FF9}"/>
              </a:ext>
            </a:extLst>
          </p:cNvPr>
          <p:cNvSpPr/>
          <p:nvPr/>
        </p:nvSpPr>
        <p:spPr>
          <a:xfrm>
            <a:off x="1128713" y="871538"/>
            <a:ext cx="10344150" cy="5072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CADD6-DBEC-EA10-C309-C3197254858B}"/>
              </a:ext>
            </a:extLst>
          </p:cNvPr>
          <p:cNvSpPr/>
          <p:nvPr/>
        </p:nvSpPr>
        <p:spPr>
          <a:xfrm>
            <a:off x="1328738" y="1122363"/>
            <a:ext cx="2100262" cy="1206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34D719-0136-F0F0-3585-039A9CB2297C}"/>
              </a:ext>
            </a:extLst>
          </p:cNvPr>
          <p:cNvSpPr/>
          <p:nvPr/>
        </p:nvSpPr>
        <p:spPr>
          <a:xfrm>
            <a:off x="3643313" y="1122363"/>
            <a:ext cx="2328862" cy="12065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A1F463-8E0C-67CC-AA24-2A3749E7FD0B}"/>
              </a:ext>
            </a:extLst>
          </p:cNvPr>
          <p:cNvSpPr/>
          <p:nvPr/>
        </p:nvSpPr>
        <p:spPr>
          <a:xfrm>
            <a:off x="2443163" y="2843213"/>
            <a:ext cx="4972050" cy="7588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Search bar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34608B-84EF-105D-EB71-61AE8FBC56B9}"/>
              </a:ext>
            </a:extLst>
          </p:cNvPr>
          <p:cNvSpPr/>
          <p:nvPr/>
        </p:nvSpPr>
        <p:spPr>
          <a:xfrm>
            <a:off x="7786688" y="2916238"/>
            <a:ext cx="1514475" cy="28416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F09090-9000-2F39-6BF1-6F4681221AAC}"/>
              </a:ext>
            </a:extLst>
          </p:cNvPr>
          <p:cNvSpPr/>
          <p:nvPr/>
        </p:nvSpPr>
        <p:spPr>
          <a:xfrm>
            <a:off x="7786688" y="3317876"/>
            <a:ext cx="1814512" cy="28416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3C090-A392-4460-7871-943C9AD40A29}"/>
              </a:ext>
            </a:extLst>
          </p:cNvPr>
          <p:cNvSpPr/>
          <p:nvPr/>
        </p:nvSpPr>
        <p:spPr>
          <a:xfrm>
            <a:off x="1957388" y="3844926"/>
            <a:ext cx="8143875" cy="16557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Show books from search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8F82B3-BFD9-2B6A-276F-18F90A9F3AEB}"/>
              </a:ext>
            </a:extLst>
          </p:cNvPr>
          <p:cNvSpPr/>
          <p:nvPr/>
        </p:nvSpPr>
        <p:spPr>
          <a:xfrm>
            <a:off x="9739313" y="4972050"/>
            <a:ext cx="1562100" cy="90011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C2FDB-9D65-9A78-5283-D4EBD1736BFE}"/>
              </a:ext>
            </a:extLst>
          </p:cNvPr>
          <p:cNvSpPr/>
          <p:nvPr/>
        </p:nvSpPr>
        <p:spPr>
          <a:xfrm>
            <a:off x="7200900" y="1155700"/>
            <a:ext cx="1514475" cy="758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borrow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6261AF-43EB-8D6C-477E-E8C59DE6D5E5}"/>
              </a:ext>
            </a:extLst>
          </p:cNvPr>
          <p:cNvSpPr/>
          <p:nvPr/>
        </p:nvSpPr>
        <p:spPr>
          <a:xfrm>
            <a:off x="9301163" y="1155700"/>
            <a:ext cx="1814512" cy="7588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notifictaions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59D042-D127-9AB6-36C6-219A94C7745B}"/>
              </a:ext>
            </a:extLst>
          </p:cNvPr>
          <p:cNvSpPr/>
          <p:nvPr/>
        </p:nvSpPr>
        <p:spPr>
          <a:xfrm>
            <a:off x="2152650" y="3511547"/>
            <a:ext cx="3686175" cy="17819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1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61642F-3644-6976-F926-263B6B95D062}"/>
              </a:ext>
            </a:extLst>
          </p:cNvPr>
          <p:cNvSpPr/>
          <p:nvPr/>
        </p:nvSpPr>
        <p:spPr>
          <a:xfrm>
            <a:off x="2847975" y="4657725"/>
            <a:ext cx="1052513" cy="2786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Return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BD169B-5F81-3707-28F3-DE90803160F7}"/>
              </a:ext>
            </a:extLst>
          </p:cNvPr>
          <p:cNvSpPr/>
          <p:nvPr/>
        </p:nvSpPr>
        <p:spPr>
          <a:xfrm>
            <a:off x="4081462" y="4657724"/>
            <a:ext cx="1519237" cy="5000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B4C34D-B233-E096-BBA4-4300146B77EC}"/>
              </a:ext>
            </a:extLst>
          </p:cNvPr>
          <p:cNvSpPr/>
          <p:nvPr/>
        </p:nvSpPr>
        <p:spPr>
          <a:xfrm>
            <a:off x="2319338" y="3658791"/>
            <a:ext cx="1500188" cy="25479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name </a:t>
            </a:r>
          </a:p>
        </p:txBody>
      </p:sp>
    </p:spTree>
    <p:extLst>
      <p:ext uri="{BB962C8B-B14F-4D97-AF65-F5344CB8AC3E}">
        <p14:creationId xmlns:p14="http://schemas.microsoft.com/office/powerpoint/2010/main" val="350556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40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MOHAMED ELSOKARY</dc:creator>
  <cp:lastModifiedBy>OMAR MOHAMED ELSOKARY</cp:lastModifiedBy>
  <cp:revision>1</cp:revision>
  <dcterms:created xsi:type="dcterms:W3CDTF">2025-10-31T11:23:45Z</dcterms:created>
  <dcterms:modified xsi:type="dcterms:W3CDTF">2025-10-31T11:45:37Z</dcterms:modified>
</cp:coreProperties>
</file>